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06f8309c-9001-098c-bf0f-5549b071fd2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articula con las sesiones 04 y 05 técnicas (modelado UML): las reglas de negocio de la matriz de interpretación se plantean aquí como ecuaciones.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del RAP 02: plantea ecuaciones o sistemas según la relación entre variables; presenta solución a problemas mediante figuras geométricas; calcula perímetros, áreas y volúmenes.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 en el tablero el ejercicio 1 del taller con los cuatro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a los equipos identificar en su matriz de interpretación (sesión 05 técnica) una regla que se pueda plantear así.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GeoGebra para construir las figuras y verificar las medidas.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conversión de almacenamiento sirve para estimar el tamaño de la base de datos a partir del MER (sesión 05 técnica).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 en el archivo de instrumentos.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Registre el desempeño con la lista de verificación.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el juicio del RAP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240201528 · Sesión 03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240201528 · Sesión 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03 · INSTRUCTOR DE MATEMÁTICAS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Plantear problemas a partir de las reglas del negocio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actividad 2 (apropiación y transferencia): ecuaciones y sistemas, funciones en el plano, geometría, Pitágoras, Thales y conversión de unidades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240201528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enunciados del proceso a ecuaciones y sistemas de ecuaciones.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funciones en el plano cartesiano.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perímetros, áreas y volúmenes, y aplicar Pitágoras y Thales.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unidades de medida, incluidas las de almacenamiento de información.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Plantear problemas matemáticos a partir de situaciones generadas en el contexto social y productivo.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Cómo plantear un problema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1195578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9557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se pregunta y qué datos hay.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5748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3294126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412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47188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65476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letras a las incógnitas, con unidades.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54296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5392674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2674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las condiciones como igualdades.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52844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749122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122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44284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62572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tantas ecuaciones como incógnitas? ¿Unidades coherentes?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De la regla de negocio al sistema de ecuaciones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«Se vendieron 30 bultos entre concentrado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($85.000) y sal mineralizada ($45.000)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 un total de $2.070.000»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bultos de concentrado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y: bultos de sal mineralizada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+       y =        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85.000x + 45.000y = 2.070.000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incógnitas →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ecuaciones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ecuación cuenta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la otra,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resolverá en la sesión 04 (x = 18, y = 12).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Geometría útil en los procesos productivos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y área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Rectángulo: P = 2(l + a); A = l · a. Bodega de 12 × 8,5 m: P = 41 m, A = 102 m².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Prisma: V = A_base · h = 306 m³. Cilindro: V = π r² h ≈ 7,854 m³ (r = 1 m, h = 2,5 m).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Pitágoras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c² = a² + b². Rampa de 5 m horizontales y 1,2 m de altura: ≈ 5,14 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Triángulos semejantes: h / 4,8 = 2 / 1,5 → tanque de 6,4 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Conversión de unidades en el proceso y en el software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 = 1.000 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t = 2.500 kg = 62 bultos de 40 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 = 60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 45 min = 225 min = 3,75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m³ = 1.000 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7,854 m³ ≈ 7.854 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KB = 1.024 B; 1 MB = 1.024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53.760.000 B = 52.500 KB ≈ 51,27 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Taller de planteamiento de problemas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Resuelvan los 11 ejercicios del taller.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ejercicios 1 y 10 solo planteen (se resuelven en la sesión 04).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las figuras en GeoGebra y verifiquen medidas.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Socialicen un planteamiento ante el grupo.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resuelto (evidencia formativa)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Transferencia: ecuaciones de nuestras reglas de negocio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Tomen la columna «regla de negocio o cálculo» de la matriz de interpretación.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Planteen cada regla como ecuación, sistema o función, definiendo variables y unidades.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la tabla de mediciones y conversiones del proceso.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Estimen el almacenamiento anual de la entidad principal del MER.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proceso lo requiere, calculen áreas, volúmenes o capacidades.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planteamiento + tabla de mediciones y conversiones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reconoce los procedimientos para plantear ecuaciones, sistemas, conversiones y cálculos geométricos.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Desempeño: plantea ecuaciones o sistemas a partir de las reglas de negocio.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planteamiento de ecuaciones y tabla de mediciones y conversiones.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de planteamiento de problemas.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desempeño.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chequeo del documento de planteamiento.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con clave (formativo).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los planteamientos del equipo.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04: resolver ecuaciones y analizar datos.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03 – Plantear problemas a partir de las reglas del negocio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2026-10-07T09:29:10Z</dcterms:created>
  <dcterms:modified xsi:type="dcterms:W3CDTF">2026-10-07T09:29:10Z</dcterms:modified>
</cp:coreProperties>
</file>