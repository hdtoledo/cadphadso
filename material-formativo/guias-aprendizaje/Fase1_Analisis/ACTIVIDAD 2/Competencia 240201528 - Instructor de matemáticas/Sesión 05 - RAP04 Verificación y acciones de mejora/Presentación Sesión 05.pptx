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db97c9f0-69a7-2445-add8-98578c1a95b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articula con las sesiones 08 y 09 técnicas (verificación de modelos). Los errores 6 y 7 del informe de ejemplo técnico se verifican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del RAP 04 (diseño curricular): realiza conversiones según equivalencias; selecciona herramientas computacionales para verificar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ejemplos de errores que hayan cometido en su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la verificación del sistema x = 18, y = 12 en GeoGebra (intersección de rectas) y en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se puede ejecutar en el mismo entorno usado en la sesión 06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introducción conceptual (saber del diseño curricular: derivada e integral, concepto y reglas).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en el archivo de instrumentos.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documento se integra al informe de análisis (sesión 09 técnica, sección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04 y consolide los juicios de la competencia 240201528.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240201528 · Sesión 05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240201528 · Sesión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05 · INSTRUCTOR DE MATEMÁTICAS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resultados y proponer acciones de mejora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actividad 4 (apropiación y transferencia): verificación de soluciones, errores de cálculo, herramientas computacionales, inferencias y razón de cambio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240201528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solución de ecuaciones y cálculos sustituyendo y con herramientas computacionales.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errores de cálculo y sus causas.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inferencias a partir de los resultados.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acciones de mejora para el proceso y para los requisitos del software.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Proponer acciones de mejora frente a los resultados de los procedimientos matemáticos de acuerdo con el problema planteado.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Errores de cálculo más frecuentes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fórmula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22616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0,19 en vez de multiplicar por 1,19.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4411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11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983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orden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1192" y="1709928"/>
            <a:ext cx="22616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la jerarquía de operaciones o los paréntesis.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605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05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177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unidades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0592" y="1709928"/>
            <a:ext cx="22616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t ≠ 250 kg; mezclar minutos y horas.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306324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584448"/>
            <a:ext cx="22616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porcentaje sobre el valor equivocado.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34411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11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98392" y="306324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41192" y="3584448"/>
            <a:ext cx="22616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entre 6 cuando son 7 datos.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num6"/>
          <p:cNvSpPr/>
          <p:nvPr/>
        </p:nvSpPr>
        <p:spPr>
          <a:xfrm>
            <a:off x="62605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05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17792" y="306324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signo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60592" y="3584448"/>
            <a:ext cx="22616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−3 y −4 en lugar de 3 y 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Cómo verificar un resultado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985723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723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la solución en la ecuación original.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6038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266456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456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27478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5766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orden de magnitud es razonable?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14877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06317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4605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otra herramienta: hoja de cálculo, GeoGebra o Python.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3715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6022238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2223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85155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unidades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03443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de unidades en cada paso.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2554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7701077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1077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3994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82282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hallazgo y la corrección.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Verificar con herramientas computacionales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Python: verificar el sistema y la estadística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18,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+ y == 30)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print(85000*x + 45000*y == 2070000)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statistics as 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[820, 760, 910, 1050, 870, 1320, 640,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870, 790, 930, 1100, 1010, 1380, 700]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print(round(st.mean(v), 2))    # 939.29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print(st.median(v))            # 890.0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print(round(st.stdev(v), 2))   # 216.31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cálculo: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funciones y gráficos.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GeoGebra: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gráficas, intersecciones, figuras.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pruebas automáticas de los cálculos del software.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 la herramienta según el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cálculo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Razón de cambio: una mirada a la derivada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derivada mide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cambia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variable cuando otra cambia una unidad.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función lineal, la razón de cambio es la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(constante).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funciones no lineales, cambia según el punto.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costo marginal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C(q) = 0,5q² + 20q + 100 (miles).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C'(q) = q + 20.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C'(10) = 30: la unidad 11 cuesta ≈ $30.000.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decidir cuánto producir o comprar.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Taller: encuentre el error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Analicen los 8 casos del taller.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cada resultado con sustitución y una herramienta computacional.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Identifiquen el tipo de error y corríjanlo.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Propongan una acción de mejora para cada caso.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una inferencia sobre las ventas de los sábados.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resuelto con correcciones y acciones de mejora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Transferencia: verificación y mejora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todos los cálculos del proyecto (sesiones 02 a 04).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Registren los errores encontrados, su tipo y su corrección.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inferencias sobre el comportamiento del proceso.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Propongan acciones de mejora para el proceso y para los requisitos.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Consoliden el documento de razonamiento cuantitativo.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consolidado de razonamiento cuantitativo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reconoce procedimientos de verificación, errores de cálculo e inferencias.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verifica resultados con herramientas computacionales y propone mejoras.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documento consolidado de razonamiento cuantitativo.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de verificación.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del documento consolidado.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con clave (formativo).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en la sustentación del informe de análisis (sesión 09 técnica).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05 – Verificar resultados y proponer acciones de mejora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2026-10-07T09:29:44Z</dcterms:created>
  <dcterms:modified xsi:type="dcterms:W3CDTF">2026-10-07T09:29:44Z</dcterms:modified>
</cp:coreProperties>
</file>