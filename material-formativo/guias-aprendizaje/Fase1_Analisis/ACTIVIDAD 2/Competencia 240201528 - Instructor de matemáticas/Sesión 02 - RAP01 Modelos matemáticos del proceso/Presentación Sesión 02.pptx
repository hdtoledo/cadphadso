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b89a48af-ba92-1254-f8ea-0504848749f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sesión se articula con las sesiones 02 y 03 del instructor técnico (metodologías y plan de trabajo).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Criterios del RAP 01: presenta la relación entre dos cantidades o variables según los fundamentos matemáticos; define el problema a resolver según las necesidades de su entorno.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Recuerde el orden de las operaciones: paréntesis, potencias, multiplicación y división (izquierda a derecha), suma y resta.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Haga que los aprendices clasifiquen pares de variables de su propio proceso como directa, inversa o ninguna.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estimación la usan los equipos en el plan de trabajo de la sesión 03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Grafique C(q) en GeoGebra y muestre la interpretación de pendiente e intercepto.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clave está en el archivo de instrumentos.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Asesore a cada equipo; registre el desempeño con la lista de verificación.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Emita el juicio del RAP 01 con las tres evidencias.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731520" cy="6949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ADSO 228118 · Competencia 240201528 · Sesión 02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D3"/>
                </a:solidFill>
              </a:rPr>
              <a:t>ADSO 228118 · Competencia 240201528 · Sesión 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02 · INSTRUCTOR DE MATEMÁTICAS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Tecnólogo en Análisis y Desarrollo de Software 228118 · Fase 1: Análisis · Actividad de aprendizaje 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matemáticos de las variables del proceso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actividad 1 (apropiación y transferencia): números reales, proporcionalidad, porcentajes, ecuaciones y funciones aplicados al proceso objeto de intervención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690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240201528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95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811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horas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Propósito de la sesión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aprendiz estará en capacidad de: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4754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cantidades como fracciones, razones, decimales y porcentajes.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proporcionalidad directa e inversa y aplicar la regla de tres.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variables con ecuaciones y funciones lineales.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cuadro de variables y modelos del proceso del proyecto.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14300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965960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formación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8346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926080"/>
            <a:ext cx="26060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Identificar modelos matemáticos de acuerdo con los requerimientos del problema planteado en contextos sociales y productivo.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Números reales: una cantidad, cuatro representaciones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28016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Porcentaje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en el proceso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: 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 del inventario que son fertilizantes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 a crédito del día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19/100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: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general del IVA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: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Crecimiento de pedidos frente al mes anterior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Proporcionalidad directa e inversa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Directa: y = k · x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388620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aumenta, la otra aumenta en la misma proporción.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cociente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y/x es constante.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bultos y costo total.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bultos → $340.000; 15 bultos → $1.275.000.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Inversa: x · y = 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691640"/>
            <a:ext cx="388620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aumenta, la otra disminuye en la misma proporción.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· y es constante.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personas y horas para hacer un inventario.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personas → 12 h; 4 personas → 9 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Regla de tres: el modelo de la estimación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846320" cy="3520440"/>
          </a:xfrm>
          <a:prstGeom prst="roundRect">
            <a:avLst>
              <a:gd name="adj" fmla="val 1558"/>
            </a:avLst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48056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 casos de uso  →  9 horas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14 casos de uso  →  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= 9 × 14 / 6 = 21 horas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Inversa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 analista   →  21 horas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 analistas  →  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 = 1 × 21 / 2 = 10,5 horas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532120" y="1051560"/>
            <a:ext cx="3154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al proyecto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1508760"/>
            <a:ext cx="315468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la duración de las actividades del </a:t>
            </a: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análisis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la </a:t>
            </a: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trabajo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integrante.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Proyectar </a:t>
            </a: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y cantidades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proceso.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Ecuaciones y funciones: modelos que relacionan variables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621792" y="121615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Igualdad con incógnitas. Existencias: E = Ei + entradas − salidas.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4850892" y="121615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508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80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lineal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508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m·x + b. Costo de un pedido: C(q) = 85.000q + 25.000.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621792" y="309067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(m)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y por cada unidad de x: $85.000 por bulto adicional.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4850892" y="309067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508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80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 (b)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508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cuando x = 0: el flete de $25.000.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Taller: las cantidades del proceso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Resuelvan los 10 ejercicios del taller con procedimiento.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Clasifiquen cada relación: directa, inversa, lineal u otra.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Verifiquen sus resultados en la hoja de cálculo.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Socialicen dos ejercicios en el tablero.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resuelto (formativo)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Transferencia: cuadro de variables del proyecto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Tomen el mapa mental del proceso (sesión 01 técnica).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Identifiquen mínimo 8 variables cuantitativas del proceso.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una: tipo, unidad, fuente del dato y rango esperado.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Escriban el modelo que las relaciona (proporción, porcentaje, ecuación o función).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Elaboren el cuadro resumen de principios matemáticos aplicados.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Estimen con regla de tres los tiempos del plan de análisis.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proyecto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de variables y modelos + cuadro resumen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evaluación de la sesión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Conocimiento: explica los principios matemáticos aplicables a las variables del proceso mediante un cuadro resumen.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Desempeño: identifica las variables del proceso y sus relaciones.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 cuadro de variables y modelos matemáticos.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 del cuadro resumen.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verificación de desempeño.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chequeo del cuadro de variables.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con clave (formativo).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sesión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la matriz de interpretación de requisitos (sesión 05 técnica).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03: plantear problemas.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A ADSO">
  <a:themeElements>
    <a:clrScheme name="SENA ADSO">
      <a:dk1>
        <a:srgbClr val="1F2A33"/>
      </a:dk1>
      <a:lt1>
        <a:srgbClr val="FFFFFF"/>
      </a:lt1>
      <a:dk2>
        <a:srgbClr val="00304D"/>
      </a:dk2>
      <a:lt2>
        <a:srgbClr val="EEF5EA"/>
      </a:lt2>
      <a:accent1>
        <a:srgbClr val="39A900"/>
      </a:accent1>
      <a:accent2>
        <a:srgbClr val="00304D"/>
      </a:accent2>
      <a:accent3>
        <a:srgbClr val="50E5F9"/>
      </a:accent3>
      <a:accent4>
        <a:srgbClr val="FDC300"/>
      </a:accent4>
      <a:accent5>
        <a:srgbClr val="5A6B78"/>
      </a:accent5>
      <a:accent6>
        <a:srgbClr val="2E7D32"/>
      </a:accent6>
      <a:hlink>
        <a:srgbClr val="007BB8"/>
      </a:hlink>
      <a:folHlink>
        <a:srgbClr val="5A6B78"/>
      </a:folHlink>
    </a:clrScheme>
    <a:fontScheme name="SENA ADS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02 – Modelos matemáticos de las variables del proceso</dc:title>
  <dc:subject>PptxGenJS Presentation</dc:subject>
  <dc:creator>SENA – Centro Agroempresarial y Desarrollo Pecuario del Huila</dc:creator>
  <cp:lastModifiedBy>SENA – Centro Agroempresarial y Desarrollo Pecuario del Huila</cp:lastModifiedBy>
  <cp:revision>1</cp:revision>
  <dcterms:created xsi:type="dcterms:W3CDTF">2026-10-07T09:29:09Z</dcterms:created>
  <dcterms:modified xsi:type="dcterms:W3CDTF">2026-10-07T09:29:09Z</dcterms:modified>
</cp:coreProperties>
</file>