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68cd95b-be2a-c06a-9454-4b4431a8c50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articula con las sesiones 06 y 07 técnicas: los aprendices programan en PSeInt/Python los mismos cálculos que aquí resuelven a mano y en hoja de cálculo.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del RAP 03: aplica procedimientos aritméticos y algebraicos; resuelve ecuaciones o sistemas según principios matemáticos; representa conjuntos de datos según la variable estadística.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Resuelva el mismo sistema con los tres métodos para mostrar que el resultado es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la parábola en GeoGebra y los cortes con el eje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en el archivo «Datos de ventas Agrosur.xlsx». Funciones: PROMEDIO, MEDIANA, MODA.UNO, VAR.S, DESVEST.M (en inglés AVERAGE, MEDIAN, MODE.SNGL, VAR.S, STDEV.S).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hoja está en inglés: AVERAGE, MEDIAN, MODE.SNGL, VAR.S, STDEV.S, MAX,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depende del tipo de variable: cualitativa → barras o circular; cuantitativa en el tiempo → líneas.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en el archivo de instrumentos.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Registre el desempeño con la lista de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240201528 · Sesión 04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240201528 · Sesión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 · INSTRUCTOR DE MATEMÁTICAS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ecuaciones y analizar los datos del proceso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actividad 3 (apropiación y transferencia): ecuaciones de primer y segundo grado, sistemas, estadística descriptiva y hoja de cálculo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240201528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ecuaciones de primer y segundo grado.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sistemas de ecuaciones 2 × 2 por sustitución, igualación y reducción.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medidas de tendencia central y de dispersión.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datos con gráficos estadísticos en la hoja de cálculo.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Resolver problemas matemáticos a partir de situaciones generadas en el contexto social y productivo.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Resolver el sistema de la sesión 03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      y =        30     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85.000x + 45.000y = 2.070.000 (2)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Sustitución: de (1)  y = 30 −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85.000x + 45.000(30 − x) = 2.070.000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85.000x + 1.350.000 − 45.000x = 2.070.000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40.000x = 720.000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= 18      →   y = 12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Verificación: 18 + 12 = 30 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85.000·18 + 45.000·12 = 2.070.000 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despejar y reemplazar.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Igualación: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despejar la misma incógnita en ambas.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sumar ecuaciones para eliminar una incógnita.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sustituyendo.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Ecuaciones de segundo grado: ax² + bx + c = 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general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[−b ± √(b² − 4ac)] / 2a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 = b² − 4ac.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&gt; 0: dos soluciones; Δ = 0: una; Δ &lt; 0: ninguna real.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se programa con un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Δ (sesión 06 técnica).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lote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140 m, área 1.200 m².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x(70 − x) = 1.200 → x² − 70x + 1.200 = 0.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4.900 − 4.800 = 100.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(70 ± 10) / 2 → 40 m y 30 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Ventas diarias de Agrosur: dos semanas (miles de pesos)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51660" cy="1920240"/>
          </a:xfrm>
          <a:prstGeom prst="roundRect">
            <a:avLst>
              <a:gd name="adj" fmla="val 4938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8516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939,3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15773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83180" y="1143000"/>
            <a:ext cx="1851660" cy="1920240"/>
          </a:xfrm>
          <a:prstGeom prst="roundRect">
            <a:avLst>
              <a:gd name="adj" fmla="val 493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83180" y="1234440"/>
            <a:ext cx="18516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20340" y="2240280"/>
            <a:ext cx="15773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1851660" cy="1920240"/>
          </a:xfrm>
          <a:prstGeom prst="roundRect">
            <a:avLst>
              <a:gd name="adj" fmla="val 4938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234440"/>
            <a:ext cx="18516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15773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35140" y="1143000"/>
            <a:ext cx="1851660" cy="1920240"/>
          </a:xfrm>
          <a:prstGeom prst="roundRect">
            <a:avLst>
              <a:gd name="adj" fmla="val 493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35140" y="1234440"/>
            <a:ext cx="18516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216,3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72300" y="2240280"/>
            <a:ext cx="15773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 muestral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1.380 − 640 = 740. Los </a:t>
            </a: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concentran las mayores ventas.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 media es mayor que la mediana, hay algunos días con ventas muy altas que «jalan» el promedio hacia arriba.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Medidas estadísticas en la hoja de cálculo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indica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(Excel en español)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promedio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=PROMEDIO(B2:B15)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central de los datos ordenados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=MEDIANA(B2:B15)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más frecuente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=MODA.UNO(B2:B15)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muestral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Dispersión al cuadrado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=VAR.S(B2:B15)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Desviación 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Dispersión típica respecto a la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=DESVEST.M(B2:B15)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entre máximo y mínimo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=MAX(B2:B15)-MIN(B2:B15)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¿Qué gráfico usar?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cantidades entre categorías (ventas por producto).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partes de un todo (participación de cada categoría).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(líneas)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evolución en el tiempo (ventas por día).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Pictograma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cantidades con íconos a públicos no técnicos.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 de resolución y estadística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los ejercicios 1 a 6 a mano y verifiquen.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 el archivo «Datos de ventas Agrosur.xlsx».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Calculen las medidas estadísticas con funciones (ejercicios 7 a 11).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el gráfico de líneas y el circular.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tres conclusiones sobre las ventas.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resuelto + archivo de hoja de cálculo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Transferencia: resolver y analizar los datos de nuestro proceso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las ecuaciones y sistemas planteados en la sesión 03 y verifíquenlos.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Recolecten o simulen mínimo 20 datos de una variable del proceso.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Calculen media, mediana, moda, rango, varianza y desviación estándar.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mínimo dos gráficos estadísticos pertinentes.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Interpreten los resultados y compárenlos con el reporte del CRUD (sesión 07 técnica).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soluciones + análisis estadístico en hoja de cálculo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explica los métodos de solución de ecuaciones y sistemas y las medidas estadísticas.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resuelve ecuaciones y procedimientos estadísticos con datos reales del proceso.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solución de ecuaciones, gráfico estadístico y análisis en hoja de cálculo.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de resolución y estadística.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del análisis estadístico.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con clave (formativo).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todos los cálculos del proyecto.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05: verificar y proponer mejoras.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04 – Resolver ecuaciones y analizar los datos del proceso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2026-10-07T09:29:11Z</dcterms:created>
  <dcterms:modified xsi:type="dcterms:W3CDTF">2026-10-07T09:29:11Z</dcterms:modified>
</cp:coreProperties>
</file>