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8a5cde9-7c12-f2c3-55ab-2ea64248699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con alta carga práctica. Asegúrese de tener instalados PSeInt, Python 3 y un editor (VS Code o IDLE) en los equipos.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de evaluación del RAP 03 en el diseño curricular.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Negación (no), conjunción (y), disyunción (o), condicional (si… entonces), bicondicional (si y solo si). Insista en el condicional: solo es falso cuando el antecedente es verdadero y el consecuente falso.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a los aprendices construir la tabla de verdad de (p ∧ q) ∨ r: 8 combinaciones.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Repase entidades primitivas (variables, constantes, tipos de datos) y jerarquía de operadores: paréntesis, potencia, multiplicación/división, suma/resta, relacionales, lógicos.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Ejecute el algoritmo en PSeInt con tres casos: venta válida, cantidad mayor a existencias, cantidad negativa.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prueba de escritorio se hace a mano, antes de ejecutar. Compárela con la ejecución en PSeInt.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programa completo está en la guía de actividades (anexo). Ejecútelo en clase y muestre el archivo productos.json.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de respuestas está en el archivo de instrumentos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parte de solución de ecuaciones y estadística con algoritmos se coordina con matemáticas (sesión 04 de matemáticas).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los errores más frecuentes: condiciones invertidas, ciclos infinitos, índices fuera de rango.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06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proposicional y construcción de algoritmos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Apropiación – Sub actividad 3: lógica matemática, estructuras de control, arreglos, funciones, archivos y prueba de escritorio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problemas de lógica proposicional.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algoritmos con estructuras secuenciales, condicionales y cíclicas.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funciones y procedimientos, y manipular arreglos.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información en archivos (crear, consultar, modificar y eliminar).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algoritmos con pruebas de escritorio.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Desarrollar procesos lógicos a través de la implementación de algoritmos.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Lógica proposicional: conectivos y tablas de verdad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1280160"/>
                <a:gridCol w="128016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↔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 la regla de negocio a la expresión lógica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Regla: «Se aplica 5 % de descuento si el cliente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frecuente Y la compra supera $500.000,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si hay una promoción vigente».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 el cliente es frecuente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la compra supera $500.000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r: hay promoción vigente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Expresión:  (p ∧ q) ∨ 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PSeInt: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(frecuente Y compra &gt; 500000) O promocion Entonces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descuento &lt;- compra * 0.05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FinSi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negocio se traducen en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condición mal construida produce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silenciosos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verdad permite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todos los casos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programar.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Estructuras de un algoritmo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985723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5723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una tras otra: leer, calcular, escribir.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6038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66456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6456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27478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5766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SiNo y Según: elegir un camino según una condición.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14877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06317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Cíclica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24605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Mientras, Repetir, Para: repetir instrucciones.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3715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6022238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2223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585155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03443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de datos del mismo tipo con índice (vectores y matrices).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2554" y="1143000"/>
            <a:ext cx="1514246" cy="3429000"/>
          </a:xfrm>
          <a:prstGeom prst="roundRect">
            <a:avLst>
              <a:gd name="adj" fmla="val 4831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7701077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01077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63994" y="1828800"/>
            <a:ext cx="133136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82282" y="2468880"/>
            <a:ext cx="129479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reutilizables que reciben parámetros y retornan valores.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Ejemplo integrado en PSeInt: registrar una venta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Algoritmo RegistrarVenta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Definir precio, cant, exist, sub, iva, tot Como Real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Leer precio, exist, cant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 cant &gt; 0 Y cant &lt;= exist Entonces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&lt;- precio * cant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iva &lt;- sub * 0.19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 &lt;- sub + 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exist &lt;- exist - cant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Escribir "Total: ", tot, " Quedan: ", exist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Escribir "Cantidad no válida o sin existencias"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FinAlgoritmo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Secuencial: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lectura y cálculos.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conjunción: cantidad válida Y suficiente.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regla RF-04 del caso Agrosur.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IVA del 19 % es un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matemático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(proporcionalidad).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Prueba de escritorio del algoritmo RegistrarVenta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prueba: precio = 20.000, existencias = 15, cantidad = 4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005840"/>
                <a:gridCol w="914400"/>
                <a:gridCol w="914400"/>
                <a:gridCol w="822960"/>
                <a:gridCol w="8229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&gt; 0 Y 4 ≤ 15 →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Total: 95.200; restantes: 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CRUD con archivos en Python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846320" cy="3520440"/>
          </a:xfrm>
          <a:prstGeom prst="roundRect">
            <a:avLst>
              <a:gd name="adj" fmla="val 1558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48056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crear(prods, cod, nom, precio, exist):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buscar(prods, cod) != -1: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prods.append({"codigo": cod, "nombre": nom,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"precio": precio,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"existencias": exist})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guardar(prods)   # escribe productos.json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eliminar(prods, cod):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buscar(prods, cod)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-1: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prods.pop(i)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guardar(prods)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54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532120" y="1508760"/>
            <a:ext cx="315468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reate: crear un registro.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ead: consultar y listar.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pdate: modificar.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elete: eliminar.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persisten en un </a:t>
            </a: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JSON</a:t>
            </a: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Taller de lógica proposicional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 los 10 ejercicios del taller (guía de actividades).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 las tablas de verdad solicitadas.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Traduzca las tres reglas de negocio a expresiones lógicas.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sus respuestas con un compañero.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lógica proposicional resuelto (evidencia de conocimiento)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Reto: algoritmos para el caso Agrosur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Resuelva los 6 retos de algoritmos de la guía de actividades.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reto: análisis, pseudocódigo en PSeInt y prueba de escritorio.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en Python los retos 4, 5 y 6.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Ejecute el CRUD de ejemplo y agréguele la opción «Consultar producto por código».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con archivos .psc, .py y pruebas de escritorio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resuelve ejercicios de lógica proposicional mediante un taller, aplicando los fundamentos de la lógica matemática.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lógica proposicional (con clave).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los retos de algoritmos.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instalados PSeInt y Python.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07: algoritmos y CRUD del proyecto.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06 – Lógica proposicional y construcción de algoritmos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2026-10-07T09:29:07Z</dcterms:created>
  <dcterms:modified xsi:type="dcterms:W3CDTF">2026-10-07T09:29:07Z</dcterms:modified>
</cp:coreProperties>
</file>