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707a2850-b61b-b947-3485-e6b229cebb6a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Sesión de cierre de la actividad de aprendizaje 2. Termina con la sustentación del informe de análisis ante los dos instructores.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Producto: informe de análisis validado, con listas de chequeo y prototipo inicial.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paso tiene su tarjeta en el tablero de planeación.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hallazgos de cálculos se verifican también en la sesión 05 de matemáticas (acciones de mejora frente a los procedimientos matemáticos).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Participan el instructor técnico y el de matemáticas. Si es posible, invite a un representante de la organización intervenida.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informe se deja en el repositorio como insumo de la fase de Planeación.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Emita el juicio del RAP 04 y consolide los juicios de la competencia 220501093 en Sofía Plus.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030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320040"/>
            <a:ext cx="731520" cy="69494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00200"/>
            <a:ext cx="74980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28600"/>
            <a:ext cx="411480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ADSO 228118 · Competencia 220501093 · Sesión 09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0030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28600"/>
            <a:ext cx="411480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D3"/>
                </a:solidFill>
              </a:rPr>
              <a:t>ADSO 228118 · Competencia 220501093 · Sesión 09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7D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09 · INSTRUCTOR TÉCNICO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Tecnólogo en Análisis y Desarrollo de Software 228118 · Fase 1: Análisis · Actividad de aprendizaje 2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160020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análisis validado y prototipo inicial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 – Sub actividad 4: verificación del proyecto, trazabilidad, mejoras, prototipo y sustentación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069080"/>
            <a:ext cx="2478024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06908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220501093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9544" y="406908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9544" y="4069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 04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81144" y="406908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1144" y="4069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horas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Propósito de la sesión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120640" cy="3474720"/>
          </a:xfrm>
          <a:prstGeom prst="roundRect">
            <a:avLst>
              <a:gd name="adj" fmla="val 2632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47548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la sesión, el aprendiz estará en capacidad de: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475488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Elaborar y aplicar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lista de chequeo de validación del análisis del proyecto.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matriz de trazabilidad y realizar verificación cruzada.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documentación según los hallazgos.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prototipo inicial y </a:t>
            </a: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informe de análisis.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52160" y="1051560"/>
            <a:ext cx="2834640" cy="1600200"/>
          </a:xfrm>
          <a:prstGeom prst="roundRect">
            <a:avLst>
              <a:gd name="adj" fmla="val 5714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1143000"/>
            <a:ext cx="28346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965960"/>
            <a:ext cx="28346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formación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283464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89320" y="2926080"/>
            <a:ext cx="260604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aprendizaje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Verificar los modelos realizados en la fase de análisis de acuerdo con lo establecido en el informe de requisitos.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Ruta de cierre del análisis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234440" cy="3429000"/>
          </a:xfrm>
          <a:prstGeom prst="roundRect">
            <a:avLst>
              <a:gd name="adj" fmla="val 5926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4" name="num1"/>
          <p:cNvSpPr/>
          <p:nvPr/>
        </p:nvSpPr>
        <p:spPr>
          <a:xfrm>
            <a:off x="845820" y="128016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58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0515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468880"/>
            <a:ext cx="1014984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chequeo aplicada a todos los artefactos.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56232" y="1143000"/>
            <a:ext cx="1234440" cy="342900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num2"/>
          <p:cNvSpPr/>
          <p:nvPr/>
        </p:nvSpPr>
        <p:spPr>
          <a:xfrm>
            <a:off x="2244852" y="1280160"/>
            <a:ext cx="457200" cy="45720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44852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947672" y="1828800"/>
            <a:ext cx="10515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2468880"/>
            <a:ext cx="1014984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requisito–artefacto completa.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55264" y="1143000"/>
            <a:ext cx="1234440" cy="3429000"/>
          </a:xfrm>
          <a:prstGeom prst="roundRect">
            <a:avLst>
              <a:gd name="adj" fmla="val 5926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14" name="num3"/>
          <p:cNvSpPr/>
          <p:nvPr/>
        </p:nvSpPr>
        <p:spPr>
          <a:xfrm>
            <a:off x="3643884" y="128016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43884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346704" y="1828800"/>
            <a:ext cx="10515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364992" y="2468880"/>
            <a:ext cx="1014984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 equipo verifica nuestro análisis.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54296" y="1143000"/>
            <a:ext cx="1234440" cy="342900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9" name="num4"/>
          <p:cNvSpPr/>
          <p:nvPr/>
        </p:nvSpPr>
        <p:spPr>
          <a:xfrm>
            <a:off x="5042916" y="1280160"/>
            <a:ext cx="457200" cy="45720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42916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745736" y="1828800"/>
            <a:ext cx="10515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764024" y="2468880"/>
            <a:ext cx="1014984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→ acciones → ajustes.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053328" y="1143000"/>
            <a:ext cx="1234440" cy="3429000"/>
          </a:xfrm>
          <a:prstGeom prst="roundRect">
            <a:avLst>
              <a:gd name="adj" fmla="val 5926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24" name="num5"/>
          <p:cNvSpPr/>
          <p:nvPr/>
        </p:nvSpPr>
        <p:spPr>
          <a:xfrm>
            <a:off x="6441948" y="128016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41948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144768" y="1828800"/>
            <a:ext cx="10515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2468880"/>
            <a:ext cx="1014984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 por caso de uso.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452360" y="1143000"/>
            <a:ext cx="1234440" cy="342900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29" name="num6"/>
          <p:cNvSpPr/>
          <p:nvPr/>
        </p:nvSpPr>
        <p:spPr>
          <a:xfrm>
            <a:off x="7840980" y="1280160"/>
            <a:ext cx="457200" cy="45720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8409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543800" y="1828800"/>
            <a:ext cx="10515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Sustentar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562088" y="2468880"/>
            <a:ext cx="1014984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ante instructores y grupo.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Registro de hallazgos y acciones de mejora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2377440"/>
                <a:gridCol w="109728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Hallazgo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Artefacto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Acción de mejora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4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RF-08 sin caso de uso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Diagrama de casos de uso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Agregar CU-09 Generar reporte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Aprendiz 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Cerrado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Multiplicidad errada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de dominio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Corregir a 1..*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Aprendiz 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curso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 de descuento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Reglas de negocio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Revisar con matemáticas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Aprendiz 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Abierto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Sustentación del informe de análisis (20 minutos por equipo)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4" name="num1"/>
          <p:cNvSpPr/>
          <p:nvPr/>
        </p:nvSpPr>
        <p:spPr>
          <a:xfrm>
            <a:off x="621792" y="1216152"/>
            <a:ext cx="365760" cy="36576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118872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Contexto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70992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intervenido, problema y metodología (3 min).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num2"/>
          <p:cNvSpPr/>
          <p:nvPr/>
        </p:nvSpPr>
        <p:spPr>
          <a:xfrm>
            <a:off x="4850892" y="1216152"/>
            <a:ext cx="365760" cy="36576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50892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08092" y="118872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Modelos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50892" y="170992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uso, actividades, dominio y MER (6 min).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14" name="num3"/>
          <p:cNvSpPr/>
          <p:nvPr/>
        </p:nvSpPr>
        <p:spPr>
          <a:xfrm>
            <a:off x="621792" y="3090672"/>
            <a:ext cx="365760" cy="36576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" y="306324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Lógica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358444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negocio, modelos matemáticos y CRUD (5 min).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86300" y="292608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9" name="num4"/>
          <p:cNvSpPr/>
          <p:nvPr/>
        </p:nvSpPr>
        <p:spPr>
          <a:xfrm>
            <a:off x="4850892" y="3090672"/>
            <a:ext cx="365760" cy="36576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50892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08092" y="306324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Verificación y prototipo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50892" y="358444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Hallazgos, mejoras, trazabilidad y prototipo; preguntas (6 min).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Verificamos, mejoramos y sustentamos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5120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vamos a hacer?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51206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Elaboren la lista de chequeo del proyecto (basada en la lista modelo) y aplíquenla.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Construyan la matriz de trazabilidad completa.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Realicen la verificación cruzada con otro equipo.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Registren hallazgos, acciones de mejora y ajustes.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Elaboren el prototipo inicial navegable.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Consoliden el informe de análisis y preparen la sustentación.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05156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12471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horas acompañadas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0574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213055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proyecto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306324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3136392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análisis validado + listas de chequeo + matriz de trazabilidad + prototipo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y evaluación de la sesión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Desempeño: elabora el informe de análisis aplicando listas de chequeo para la validación de los artefactos generados.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Producto: informe de análisis validado, con listas de chequeo y prototipo inicial.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015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verificación de desempeño en la verificación.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Rúbrica del informe de análisis.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verificación de la sustentación.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próxima sesión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1447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de Planeación: diseño de la solución de software (competencia 220501095).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7D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A ADSO">
  <a:themeElements>
    <a:clrScheme name="SENA ADSO">
      <a:dk1>
        <a:srgbClr val="1F2A33"/>
      </a:dk1>
      <a:lt1>
        <a:srgbClr val="FFFFFF"/>
      </a:lt1>
      <a:dk2>
        <a:srgbClr val="00304D"/>
      </a:dk2>
      <a:lt2>
        <a:srgbClr val="EEF5EA"/>
      </a:lt2>
      <a:accent1>
        <a:srgbClr val="39A900"/>
      </a:accent1>
      <a:accent2>
        <a:srgbClr val="00304D"/>
      </a:accent2>
      <a:accent3>
        <a:srgbClr val="50E5F9"/>
      </a:accent3>
      <a:accent4>
        <a:srgbClr val="FDC300"/>
      </a:accent4>
      <a:accent5>
        <a:srgbClr val="5A6B78"/>
      </a:accent5>
      <a:accent6>
        <a:srgbClr val="2E7D32"/>
      </a:accent6>
      <a:hlink>
        <a:srgbClr val="007BB8"/>
      </a:hlink>
      <a:folHlink>
        <a:srgbClr val="5A6B78"/>
      </a:folHlink>
    </a:clrScheme>
    <a:fontScheme name="SENA ADS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09 – Informe de análisis validado y prototipo inicial</dc:title>
  <dc:subject>PptxGenJS Presentation</dc:subject>
  <dc:creator>SENA – Centro Agroempresarial y Desarrollo Pecuario del Huila</dc:creator>
  <cp:lastModifiedBy>SENA – Centro Agroempresarial y Desarrollo Pecuario del Huila</cp:lastModifiedBy>
  <cp:revision>1</cp:revision>
  <dcterms:created xsi:type="dcterms:W3CDTF">2026-10-07T09:29:08Z</dcterms:created>
  <dcterms:modified xsi:type="dcterms:W3CDTF">2026-10-07T09:29:08Z</dcterms:modified>
</cp:coreProperties>
</file>