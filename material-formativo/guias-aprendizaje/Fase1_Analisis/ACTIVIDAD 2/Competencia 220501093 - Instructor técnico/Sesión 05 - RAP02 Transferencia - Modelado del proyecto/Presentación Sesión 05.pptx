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174d3816-dd4b-279f-3ac3-d0cdde9ca1e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Transferencia del RAP 02 al proyecto. El instructor técnico asesora; las reglas de negocio con cálculos se coordinan con el instructor de matemáticas (sesión 03 de matemáticas).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Producto: diagramas y documentación de casos de uso, actividades, modelo de dominio y MER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paso corresponde a una tarjeta del tablero de planeación (sesión 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con el caso Agrosur; cada equipo construye la suya. La columna de reglas de negocio es el insumo del planteamiento de ecuaciones en matemáticas.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criterios anticipan la verificación del RAP 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Asesoría por equipo en cada jornada. Registre el desempeño con la lista de verificación.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Haga una revisión cruzada entre equipos de 30 minutos antes de la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Emita el juicio del RAP 02 con el foro (sesión 04) y estas dos evidencias.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731520" cy="6949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ADSO 228118 · Competencia 220501093 · Sesión 05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D3"/>
                </a:solidFill>
              </a:rPr>
              <a:t>ADSO 228118 · Competencia 220501093 · Sesión 05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05 · INSTRUCTOR TÉCNICO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Tecnólogo en Análisis y Desarrollo de Software 228118 · Fase 1: Análisis · Actividad de aprendizaje 2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las funciones de nuestro software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– Sub actividad 2: casos de uso, historias de usuario, actividades, modelo de dominio y MER del proyecto formativo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06908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220501093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95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811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horas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Propósito de la sesión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aprendiz estará en capacidad de: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4754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informe de requisitos del proyecto.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casos de uso, historias de usuario y plantillas extendidas.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 casos de uso complejos con diagramas de actividades.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modelo de dominio y el MER del proyecto.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05156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143000"/>
            <a:ext cx="2834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965960"/>
            <a:ext cx="2834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formación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28346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2926080"/>
            <a:ext cx="26060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Modelar las funciones del software de acuerdo con el informe de requisitos.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Ruta de modelado del proyecto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985723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5723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requisito → actor → caso de uso.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36038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2664562" y="128016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6456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27478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45766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general y por módulos.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14877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4343400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434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06317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y plantillas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24605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priorizadas y plantillas extendidas.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93715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6022238" y="128016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2223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85155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03443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los casos de uso más complejos.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72554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24" name="num5"/>
          <p:cNvSpPr/>
          <p:nvPr/>
        </p:nvSpPr>
        <p:spPr>
          <a:xfrm>
            <a:off x="7701077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01077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263994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y MER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282282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conceptuales y entidades con cardinalidad.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Matriz de interpretación del informe de requisitos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dibujar: cada requisito debe tener actor y caso de uso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210312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Actor(es)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de uso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 de negocio / cálculo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RF-03 Registrar ventas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CU-03 Registrar venta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= subtotal × 1,19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RF-04 Validar existencias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CU-03 (flujo alterno)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cantidad ≤ existencias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RF-05 Alerta de mínimo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CU-07 Consultar alertas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existencias ≤ mínimo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Calidad de los modelos: lo que revisaremos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621792" y="121615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Completitud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requisitos funcionales aparecen en algún caso de uso.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4850892" y="121615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508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80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508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nombres de actores, clases y entidades en todos los modelos.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621792" y="309067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correcto: relaciones, multiplicidades, guardas, carriles.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4850892" y="309067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508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80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508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(instructor) entiende los modelos sin explicación técnica.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Modelamos nuestro proyecto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Construyan la matriz de interpretación del informe de requisitos.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Elaboren el diagrama de casos de uso (general y por módulos).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Redacten las historias de usuario y las plantillas extendidas de los casos priorizados.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Elaboren los diagramas de actividades de los casos más complejos (mínimo 3).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Construyan el modelo de dominio y el modelo entidad relación.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Consoliden todo en el documento de análisis (capítulo de modelado).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horas acompañadas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proyecto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modelado + archivos de la herramienta CASE en el repositorio del proyecto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680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entregar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6809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muestro solo sus diagramas al cliente, ¿reconocerá su propio proceso?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37560"/>
            <a:ext cx="7680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Validen sus modelos con la voz del cliente (instructor) y con otro equipo.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y evaluación de la sesión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Desempeño: elabora diagramas de casos de uso, historias de usuario y diagramas del modelo de dominio del proyecto, de acuerdo con el informe de requisitos.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Producto: diagramas y documentación de casos de uso, actividades, modelo de dominio y MER.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verificación de desempeño en el modelado.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chequeo de los artefactos de modelado.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sesión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Repasar estructuras de algoritmos.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06: lógica proposicional y algoritmos.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A ADSO">
  <a:themeElements>
    <a:clrScheme name="SENA ADSO">
      <a:dk1>
        <a:srgbClr val="1F2A33"/>
      </a:dk1>
      <a:lt1>
        <a:srgbClr val="FFFFFF"/>
      </a:lt1>
      <a:dk2>
        <a:srgbClr val="00304D"/>
      </a:dk2>
      <a:lt2>
        <a:srgbClr val="EEF5EA"/>
      </a:lt2>
      <a:accent1>
        <a:srgbClr val="39A900"/>
      </a:accent1>
      <a:accent2>
        <a:srgbClr val="00304D"/>
      </a:accent2>
      <a:accent3>
        <a:srgbClr val="50E5F9"/>
      </a:accent3>
      <a:accent4>
        <a:srgbClr val="FDC300"/>
      </a:accent4>
      <a:accent5>
        <a:srgbClr val="5A6B78"/>
      </a:accent5>
      <a:accent6>
        <a:srgbClr val="2E7D32"/>
      </a:accent6>
      <a:hlink>
        <a:srgbClr val="007BB8"/>
      </a:hlink>
      <a:folHlink>
        <a:srgbClr val="5A6B78"/>
      </a:folHlink>
    </a:clrScheme>
    <a:fontScheme name="SENA ADS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05 – Modelado de las funciones de nuestro software</dc:title>
  <dc:subject>PptxGenJS Presentation</dc:subject>
  <dc:creator>SENA – Centro Agroempresarial y Desarrollo Pecuario del Huila</dc:creator>
  <cp:lastModifiedBy>SENA – Centro Agroempresarial y Desarrollo Pecuario del Huila</cp:lastModifiedBy>
  <cp:revision>1</cp:revision>
  <dcterms:created xsi:type="dcterms:W3CDTF">2026-10-07T09:29:06Z</dcterms:created>
  <dcterms:modified xsi:type="dcterms:W3CDTF">2026-10-07T09:29:06Z</dcterms:modified>
</cp:coreProperties>
</file>