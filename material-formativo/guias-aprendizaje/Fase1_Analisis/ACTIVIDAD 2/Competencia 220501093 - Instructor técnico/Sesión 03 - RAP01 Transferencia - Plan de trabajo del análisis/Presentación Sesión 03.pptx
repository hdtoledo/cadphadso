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c5e49c22-fe99-eeaa-65fc-792e8fb4ede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Transferencia del RAP 01: cada equipo aplica lo aprendido a su propio proyecto. El instructor actúa como asesor y representante del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Producto: plan de trabajo con tareas, responsables y tiempos para el análisis del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ficha se diligencia con base en el informe de requisitos y el mapa mental de la sesión 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un equipo justifica otra metodología (por ejemplo RUP para un proceso muy regulado), es válido siempre que planee coherentemente.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plantilla está en la guía de actividades. La estimación con regla de tres se trabaja en la sesión 02 de matemáticas: coordine con el instructor de matemáticas.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Haga asesorías de 20 minutos por equipo. Use la lista de chequeo del plan para retroalimentar antes de la entrega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observación del desempeño (participación en la planeación) se registra con la lista de verificación de desempeño.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Emita juicio del RAP 01 junto con la evidencia de conocimiento de la sesión 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030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320040"/>
            <a:ext cx="731520" cy="69494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00200"/>
            <a:ext cx="74980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28600"/>
            <a:ext cx="411480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ADSO 228118 · Competencia 220501093 · Sesión 03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0030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28600"/>
            <a:ext cx="411480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D3"/>
                </a:solidFill>
              </a:rPr>
              <a:t>ADSO 228118 · Competencia 220501093 · Sesión 03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7D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03 · INSTRUCTOR TÉCNICO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Tecnólogo en Análisis y Desarrollo de Software 228118 · Fase 1: Análisis · Actividad de aprendizaje 2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160020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 del análisis de nuestro proyecto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 – Sub actividad 1: caracterizar la solución, seleccionar la metodología y planear el análisis del proyecto formativo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069080"/>
            <a:ext cx="2478024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06908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220501093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9544" y="406908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9544" y="4069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 01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81144" y="406908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1144" y="4069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horas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Propósito de la sesión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120640" cy="3474720"/>
          </a:xfrm>
          <a:prstGeom prst="roundRect">
            <a:avLst>
              <a:gd name="adj" fmla="val 2632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47548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la sesión, el aprendiz estará en capacidad de: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475488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solución de software del proyecto.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justificar la metodología del equipo y definir roles.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plan de trabajo del análisis: actividades, responsables, tiempos y entregables.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plan en una herramienta digital.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52160" y="1051560"/>
            <a:ext cx="2834640" cy="1600200"/>
          </a:xfrm>
          <a:prstGeom prst="roundRect">
            <a:avLst>
              <a:gd name="adj" fmla="val 5714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1143000"/>
            <a:ext cx="28346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965960"/>
            <a:ext cx="28346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formación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283464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89320" y="2926080"/>
            <a:ext cx="260604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aprendizaje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Planear actividades de análisis de acuerdo con la metodología seleccionada.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Ficha de caracterización de la solución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4" name="num1"/>
          <p:cNvSpPr/>
          <p:nvPr/>
        </p:nvSpPr>
        <p:spPr>
          <a:xfrm>
            <a:off x="621792" y="1216152"/>
            <a:ext cx="365760" cy="36576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78992" y="118872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70992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Organización, proceso intervenido, problema y usuarios beneficiados.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9" name="num2"/>
          <p:cNvSpPr/>
          <p:nvPr/>
        </p:nvSpPr>
        <p:spPr>
          <a:xfrm>
            <a:off x="4850892" y="1216152"/>
            <a:ext cx="365760" cy="36576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50892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08092" y="118872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50892" y="170992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hará y qué no hará el software en esta versión.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14" name="num3"/>
          <p:cNvSpPr/>
          <p:nvPr/>
        </p:nvSpPr>
        <p:spPr>
          <a:xfrm>
            <a:off x="621792" y="3090672"/>
            <a:ext cx="365760" cy="36576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78992" y="306324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y actores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358444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que interactúan con el sistema y sus necesidades.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86300" y="292608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9" name="num4"/>
          <p:cNvSpPr/>
          <p:nvPr/>
        </p:nvSpPr>
        <p:spPr>
          <a:xfrm>
            <a:off x="4850892" y="3090672"/>
            <a:ext cx="365760" cy="36576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50892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08092" y="306324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50892" y="358444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Tiempo, tecnología licenciada o libre, conectividad, normatividad.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Nuestra metodología: Scrum adaptado al proyecto formativo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502920"/>
          </a:xfrm>
          <a:prstGeom prst="roundRect">
            <a:avLst>
              <a:gd name="adj" fmla="val 14545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51560"/>
            <a:ext cx="3749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en el equipo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91640"/>
            <a:ext cx="3886200" cy="2880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Owner: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aprendiz que representa al cliente y ordena el backlog.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Master: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aprendiz que facilita eventos y elimina impedimentos.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Developers: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todo el equipo analiza, modela y construye.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asesor y voz del cliente real.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09160" y="1051560"/>
            <a:ext cx="3977640" cy="502920"/>
          </a:xfrm>
          <a:prstGeom prst="roundRect">
            <a:avLst>
              <a:gd name="adj" fmla="val 14545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051560"/>
            <a:ext cx="3749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y artefactos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691640"/>
            <a:ext cx="3886200" cy="2880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de 1 o 2 semanas durante la fase de análisis.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de 10–15 minutos al iniciar cada jornada.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 con historias y tareas de análisis.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con el instructor al cerrar cada Sprint.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Estructura mínima del plan de trabajo del análisis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Tarea de análisis concreta y verificable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MoSCoW o valor/riesgo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Integrante del equipo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 (calculadas con el apoyo de matemáticas)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Inicio y fin, o Sprint asignado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Artefacto que evidencia la actividad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hacer / En curso / Hecho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Construyamos el plan del proyecto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5120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vamos a hacer?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512064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Diligencien la ficha de caracterización de la solución.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Seleccionen la metodología, justifíquenla y asignen roles.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Construyan el backlog de análisis (mínimo 12 actividades).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Prioricen, estimen, asignen responsables y fechas.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Monten el plan en Trello, Jira o GitHub Projects.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Presenten el plan en la Sprint Planning con el instructor.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05156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12471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horas (acompañadas)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20574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213055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proyecto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306324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3136392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 del análisis + ficha de caracterización + tablero digital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Seguimiento: el plan está vivo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toda la fase de análisis el tablero se actualiza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933956" cy="3063240"/>
          </a:xfrm>
          <a:prstGeom prst="roundRect">
            <a:avLst>
              <a:gd name="adj" fmla="val 3783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5" name="num1"/>
          <p:cNvSpPr/>
          <p:nvPr/>
        </p:nvSpPr>
        <p:spPr>
          <a:xfrm>
            <a:off x="1195578" y="1645920"/>
            <a:ext cx="457200" cy="45720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9557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94560"/>
            <a:ext cx="175107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834640"/>
            <a:ext cx="17145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hice? ¿Qué haré? ¿Qué me bloquea?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55748" y="1508760"/>
            <a:ext cx="1933956" cy="3063240"/>
          </a:xfrm>
          <a:prstGeom prst="roundRect">
            <a:avLst>
              <a:gd name="adj" fmla="val 3783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0" name="num2"/>
          <p:cNvSpPr/>
          <p:nvPr/>
        </p:nvSpPr>
        <p:spPr>
          <a:xfrm>
            <a:off x="3294126" y="1645920"/>
            <a:ext cx="457200" cy="45720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94126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47188" y="2194560"/>
            <a:ext cx="175107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estado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665476" y="2834640"/>
            <a:ext cx="17145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tarjetas y registrar horas reales.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54296" y="1508760"/>
            <a:ext cx="1933956" cy="3063240"/>
          </a:xfrm>
          <a:prstGeom prst="roundRect">
            <a:avLst>
              <a:gd name="adj" fmla="val 3783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15" name="num3"/>
          <p:cNvSpPr/>
          <p:nvPr/>
        </p:nvSpPr>
        <p:spPr>
          <a:xfrm>
            <a:off x="5392674" y="1645920"/>
            <a:ext cx="457200" cy="45720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92674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745736" y="2194560"/>
            <a:ext cx="175107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764024" y="2834640"/>
            <a:ext cx="17145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artefactos terminados al instructor.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52844" y="1508760"/>
            <a:ext cx="1933956" cy="3063240"/>
          </a:xfrm>
          <a:prstGeom prst="roundRect">
            <a:avLst>
              <a:gd name="adj" fmla="val 3783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0" name="num4"/>
          <p:cNvSpPr/>
          <p:nvPr/>
        </p:nvSpPr>
        <p:spPr>
          <a:xfrm>
            <a:off x="7491222" y="1645920"/>
            <a:ext cx="457200" cy="45720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1222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44284" y="2194560"/>
            <a:ext cx="175107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862572" y="2834640"/>
            <a:ext cx="17145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mantener, qué cambiar.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y evaluación de la sesión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Desempeño: participa de manera pertinente y asertiva en las actividades de planeación del análisis, seleccionando la metodología adecuada.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Producto: plan de trabajo con tareas, responsables y tiempos para el análisis del sistema.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015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verificación de desempeño en la planeación.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chequeo del plan de trabajo del análisis.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próxima sesión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1447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Tener el tablero actualizado.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04: modelado UML (casos de uso, actividades, dominio, MER).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7D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A ADSO">
  <a:themeElements>
    <a:clrScheme name="SENA ADSO">
      <a:dk1>
        <a:srgbClr val="1F2A33"/>
      </a:dk1>
      <a:lt1>
        <a:srgbClr val="FFFFFF"/>
      </a:lt1>
      <a:dk2>
        <a:srgbClr val="00304D"/>
      </a:dk2>
      <a:lt2>
        <a:srgbClr val="EEF5EA"/>
      </a:lt2>
      <a:accent1>
        <a:srgbClr val="39A900"/>
      </a:accent1>
      <a:accent2>
        <a:srgbClr val="00304D"/>
      </a:accent2>
      <a:accent3>
        <a:srgbClr val="50E5F9"/>
      </a:accent3>
      <a:accent4>
        <a:srgbClr val="FDC300"/>
      </a:accent4>
      <a:accent5>
        <a:srgbClr val="5A6B78"/>
      </a:accent5>
      <a:accent6>
        <a:srgbClr val="2E7D32"/>
      </a:accent6>
      <a:hlink>
        <a:srgbClr val="007BB8"/>
      </a:hlink>
      <a:folHlink>
        <a:srgbClr val="5A6B78"/>
      </a:folHlink>
    </a:clrScheme>
    <a:fontScheme name="SENA ADS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03 – Plan de trabajo del análisis de nuestro proyecto</dc:title>
  <dc:subject>PptxGenJS Presentation</dc:subject>
  <dc:creator>SENA – Centro Agroempresarial y Desarrollo Pecuario del Huila</dc:creator>
  <cp:lastModifiedBy>SENA – Centro Agroempresarial y Desarrollo Pecuario del Huila</cp:lastModifiedBy>
  <cp:revision>1</cp:revision>
  <dcterms:created xsi:type="dcterms:W3CDTF">2026-10-07T09:29:05Z</dcterms:created>
  <dcterms:modified xsi:type="dcterms:W3CDTF">2026-10-07T09:29:05Z</dcterms:modified>
</cp:coreProperties>
</file>