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4f5dde1a-6b65-c408-5ba5-8ce42faed27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de apropiación del RAP 02. Se recomienda alternar explicación corta y práctica inmediata en la herramienta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Criterios de evaluación del RAP 02: interpreta el informe, elabora casos de uso, actividades, plantillas extendidas, modelo de dominio, informe y 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ejemplos del caso Agrosur para todos los conceptos. Pida a los aprendices proponer un ejemplo de su propio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UML 2.5 tiene 14 diagramas, divididos en estructurales y de comportamiento. En la fase de análisis usamos estos cuatro.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frecuente: modelar pantallas o pasos como casos de uso. Un caso de uso es un objetivo completo del 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plantilla vacía está en la guía de actividades. Insista en que cada paso alterne actor y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Construya en vivo el diagrama de actividades del CU-03 Registrar venta en draw.io o StarUML.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cómo una clase conceptual se convierte en entidad. DetalleVenta resuelve la relación N:M entre Venta y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historias de usuario se trabajan con criterios INVEST (independiente, negociable, valiosa, estimable, pequeña, verificable).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Verifique avances cada dos horas. Use la lista de verificación del taller para retroalimentar.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foro es la evidencia de conocimiento del RAP 02. Valórelo con la rúbrica del foro.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revisando los errores más frecuentes del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220501093 · Sesión 04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220501093 · Sesión 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04 · INSTRUCTOR TÉCNICO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las funciones del software con UML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 – Sub actividad 2: análisis orientado a objetos, casos de uso, diagramas de actividades, modelo de dominio y modelo entidad relación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220501093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informe de requisitos para identificar actores y funciones.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conceptos del análisis orientado a objetos.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diagramas de casos de uso, plantillas extendidas y diagramas de actividades en UML.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modelo de dominio y el modelo entidad relación.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Modelar las funciones del software de acuerdo con el informe de requisitos.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Conceptos del análisis orientado a objetos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y objeto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es el molde (Producto); el objeto o instancia es un caso concreto (Concentrado 40 kg, código P-012).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508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08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80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y operaciones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clase sabe (nombre, precio, existencias) y lo que hace (registrarEntrada, calcularTotal).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(Cliente realiza Venta), agregación (Inventario tiene Productos), composición (Venta contiene DetalleVenta), generalización (Usuario → Vendedor).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48508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08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80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Multiplicidad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08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objetos participan: 1, 0..1, 1..*, 0..*. Ejemplo: una Venta tiene 1..* detalles.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UML: los diagramas que usaremos en el análisis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que responde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de uso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hace el sistema y para quién?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fluye paso a paso un caso de uso?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dominio (clases conceptuales)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conceptos del negocio existen y cómo se relacionan?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entidad relación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datos se deben almacenar?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(complementario a UML)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Elementos del diagrama de casos de uso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1195578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9557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externo (persona o sistema) que interactúa con el sistema. Se dibuja como figura de palito.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55748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3294126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412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47188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65476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que produce un resultado de valor para el actor. Óvalo con verbo en infinitivo: «Registrar venta».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54296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5392674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2674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del sistema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Rectángulo que separa lo que hace el sistema de su entorno.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52844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7491222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122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44284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62572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Asociación, «include» (siempre ocurre), «extend» (ocurre bajo condición) y generalización.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Plantilla extendida de un caso de uso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846320" cy="3520440"/>
          </a:xfrm>
          <a:prstGeom prst="roundRect">
            <a:avLst>
              <a:gd name="adj" fmla="val 1558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48056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CU-03  Registrar venta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principal: Vendedor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Precondición:  el vendedor ha iniciado sesión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Flujo básico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El vendedor selecciona «Nueva venta».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El sistema muestra el formulario.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El vendedor agrega productos y cantidades.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4. El sistema calcula subtotal, IVA y total.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5. El vendedor confirma la venta.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6. El sistema descuenta existencias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 el comprobante.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Flujo alterno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3a. Existencias insuficientes: el sistema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informa y no agrega el producto.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Postcondición: venta registrada e inventario actualizado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54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de la plantilla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508760"/>
            <a:ext cx="315468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y nombre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caso de uso.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 y secundarios.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y postcondiciones.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básico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numerado (actor ↔ sistema).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alternos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excepciones.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relacionados (trazabilidad).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Diagrama de actividades: el detalle del caso de uso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985723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723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inicial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 negro donde inicia el flujo.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36038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2664562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6456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27478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5766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Rectángulos redondeados con verbos: «Calcular total».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14877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4343400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43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06317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24605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Rombos con condiciones de guarda: [existencias ≥ cantidad].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93715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6022238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2223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85155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Carriles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03443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Particiones que muestran quién hace cada acción (Vendedor / Sistema).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72554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24" name="num5"/>
          <p:cNvSpPr/>
          <p:nvPr/>
        </p:nvSpPr>
        <p:spPr>
          <a:xfrm>
            <a:off x="7701077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01077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63994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final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82282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 con borde donde termina el flujo.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Modelo de dominio y modelo entidad relación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dominio (UML)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conceptuales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negocio, no clases de software.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sin tipos técnicos.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Asociaciones con nombre y multiplicidad.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Cliente 1 — 0..* Venta 1 — 1..* DetalleVenta * — 1 Producto.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 relación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atributos y llave primaria.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cardinalidad 1:1, 1:N, N:M.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relaciones N:M se resuelven con una entidad intermedia.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del diseño de la base de datos (fase de Planeación).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Historias de usuario: el formato ágil del requisito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3520440"/>
          </a:xfrm>
          <a:prstGeom prst="roundRect">
            <a:avLst>
              <a:gd name="adj" fmla="val 282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2261616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[rol] quiero [funcionalidad] para [beneficio].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3520440"/>
          </a:xfrm>
          <a:prstGeom prst="roundRect">
            <a:avLst>
              <a:gd name="adj" fmla="val 2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34411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11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98392" y="118872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1192" y="1709928"/>
            <a:ext cx="2261616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 quiero recibir una alerta cuando un producto esté por agotarse para reabastecerlo a tiempo.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3520440"/>
          </a:xfrm>
          <a:prstGeom prst="roundRect">
            <a:avLst>
              <a:gd name="adj" fmla="val 282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605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05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17792" y="1188720"/>
            <a:ext cx="185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0592" y="1709928"/>
            <a:ext cx="2261616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las existencias son menores o iguales al mínimo, cuando se registre una salida, entonces el sistema muestra la alerta.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Taller: del requisito al diagrama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el informe de requisitos del caso Agrosur (guía de actividades).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Elaboren el diagrama de casos de uso en una herramienta CASE.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Desarrollen la plantilla extendida de dos casos de uso.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Elaboren el diagrama de actividades de uno de ellos.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el modelo de dominio y un MER preliminar.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modelos (StarUML, draw.io, Lucidchart o Visual Paradigm) + documento con plantillas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Foro temático: UML, el lenguaje común del equipo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Ingrese al foro en el LMS (Territorium/Zajuna) o en el espacio indicado.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Publique un aporte que explique un elemento de la notación UML con un ejemplo propio.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de manera argumentada al aporte de al menos dos compañeros.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al menos una fuente bibliográfica.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 (incluye trabajo independiente)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inicial + dos respuestas argumentadas en el foro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Conocimiento: explica los elementos y la notación de UML mediante un foro temático.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del foro temático UML.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del taller «Del requisito al diagrama».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de conceptos UML (refuerzo).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el informe de requisitos del proyecto.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05: modelado de las funciones de nuestro software.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04 – Modelado de las funciones del software con UML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2026-10-07T09:29:06Z</dcterms:created>
  <dcterms:modified xsi:type="dcterms:W3CDTF">2026-10-07T09:29:06Z</dcterms:modified>
</cp:coreProperties>
</file>