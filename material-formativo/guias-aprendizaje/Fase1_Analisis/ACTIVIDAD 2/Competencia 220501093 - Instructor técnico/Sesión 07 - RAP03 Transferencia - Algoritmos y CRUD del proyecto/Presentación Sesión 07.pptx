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F3EA81C5-F2BB-5725-CB89-2BA110BAA3B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Antonio Galindez Ule" userId="S::mgalindez@sena.edu.co::c7b6afe1-c6de-4b75-94a4-1fd7ed7e6ecc" providerId="AD" clId="Web-{00000000-0000-0000-0000-000000000000}"/>
    <pc:docChg chg="mod">
      <pc:chgData name="Manuel Antonio Galindez Ule" userId="S::mgalindez@sena.edu.co::c7b6afe1-c6de-4b75-94a4-1fd7ed7e6ecc" providerId="AD" clId="Web-{00000000-0000-0000-0000-000000000000}" dt="2026-10-07T14:00:42.201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58A0-DEDA-47F3-9BBB-FE99999F70B1}" type="datetimeFigureOut"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39B8A-C0A8-4E0B-8E27-6CAEB92608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4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Transferencia del RAP 03: los equipos construyen la lógica de su propio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Producto: algoritmos y CRUD funcional que dan solución a las necesidades de manejo de información del proceso.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regla RF-05 → existencias ≤ mínimo → función alertaMinimo() → prueba con 3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CRUD es un prototipo lógico; la base de datos real se construye en la fase de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cómo un assert fallido evidencia un error en la regla.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y registre el desempeño individual en cada asesoría (lista de verificación).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Emita el juicio del RAP 03 con el taller de lógica (sesión 06) y estas dos evidencias.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220501093 · Sesión 07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220501093 · Sesión 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07 · INSTRUCTOR TÉCNICO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CRUD de nuestro proyecto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– Sub actividad 3: lógica de las reglas de negocio y manejo de información del proceso intervenido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220501093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algoritmos de las reglas de negocio del proyecto.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Python un CRUD con manejo de archivos para el proceso intervenido.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datos del proceso con arreglos y funciones (estadísticas básicas).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algoritmos y código en el repositorio.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Desarrollar procesos lógicos a través de la implementación de algoritmos.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De la regla de negocio al código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985723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723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 de la matriz de interpretación (sesión 05).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36038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2664562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6456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27478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5766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o expresión lógica (con apoyo de matemáticas).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14877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4343400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43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06317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24605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y prueba de escritorio.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93715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6022238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2223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85155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03443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en Python con casos de prueba.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2554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4" name="num5"/>
          <p:cNvSpPr/>
          <p:nvPr/>
        </p:nvSpPr>
        <p:spPr>
          <a:xfrm>
            <a:off x="7701077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01077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63994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82282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en el repositorio con mensaje claro.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Requisitos mínimos del CRUD del proyecto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principal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entidad del MER del proyecto (producto, animal, pedido, lote, etc.).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listar, consultar por código, modificar y eliminar.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negocio: valores positivos, códigos únicos, rangos válidos.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y reportes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JSON o CSV y un reporte con estadísticas (total, promedio, máximo).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Ejemplo: función con regla de negocio y prueba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846320" cy="3520440"/>
          </a:xfrm>
          <a:prstGeom prst="roundRect">
            <a:avLst>
              <a:gd name="adj" fmla="val 1558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estado_inventario(existencias, minimo):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existencias == 0: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"Agotado"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existencias &lt;= minimo: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"Por agotarse"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"Normal"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casos de prueba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estado_inventario(0, 5) == "Agotado"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estado_inventario(5, 5) == "Por agotarse"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estado_inventario(9, 5) == "Normal"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print("Pruebas superadas")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508760"/>
            <a:ext cx="315468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por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negocio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los límites (5 y 5).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claros en español o inglés, pero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por funcionalidad terminada.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Construimos la lógica del proyecto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Seleccionen mínimo 4 reglas de negocio del proyecto.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Diseñen su algoritmo en PSeInt con prueba de escritorio.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Implementen el CRUD en Python de la entidad principal con archivo JSON o CSV.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Agreguen un reporte con arreglos: total, promedio, máximo y mínimo de una variable del proceso.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Versionen todo en GitHub y documenten cómo ejecutar el programa (README).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horas acompañadas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(.psc), pruebas de escritorio, CRUD (.py), README y repositorio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Desempeño: construye algoritmos con estructuras secuenciales, condicionales, cíclicas, funciones, procedimientos y arreglos, integrados en un proyecto.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algoritmos y CRUD funcional para el proceso objeto de intervención.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desempeño en la construcción de algoritmos.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chequeo de algoritmos y CRUD.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todos los artefactos del análisis en el repositorio.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08: verificación de modelos.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SENA ADSO</vt:lpstr>
      <vt:lpstr>Algoritmos y CRUD de nuestro proyecto</vt:lpstr>
      <vt:lpstr>Propósito de la sesión</vt:lpstr>
      <vt:lpstr>De la regla de negocio al código</vt:lpstr>
      <vt:lpstr>Requisitos mínimos del CRUD del proyecto</vt:lpstr>
      <vt:lpstr>Ejemplo: función con regla de negocio y prueba</vt:lpstr>
      <vt:lpstr>Construimos la lógica del proyecto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07 – Algoritmos y CRUD de nuestro proyecto</dc:title>
  <dc:subject>PptxGenJS Presentation</dc:subject>
  <dc:creator>SENA – Centro Agroempresarial y Desarrollo Pecuario del Huila</dc:creator>
  <cp:lastModifiedBy>SENA – Centro Agroempresarial y Desarrollo Pecuario del Huila</cp:lastModifiedBy>
  <cp:revision>2</cp:revision>
  <dcterms:created xsi:type="dcterms:W3CDTF">2026-10-07T09:29:07Z</dcterms:created>
  <dcterms:modified xsi:type="dcterms:W3CDTF">2026-10-07T14:00:42Z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2026-10-07T14:00:42Z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357d0862-5750-4f70-a335-2da01457c0b6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10, 0, 1, 2</vt:lpwstr>
  </property>
</Properties>
</file>